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6256000" cy="9144000"/>
  <p:notesSz cx="9144000" cy="16256000"/>
  <p:embeddedFontLst>
    <p:embeddedFont>
      <p:font typeface="Liter" charset="-122" pitchFamily="34"/>
      <p:regular r:id="rId18"/>
    </p:embeddedFont>
    <p:embeddedFont>
      <p:font typeface="Quattrocento 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8000" y="1397000"/>
            <a:ext cx="7620000" cy="5842000"/>
          </a:xfrm>
          <a:prstGeom prst="ellipse">
            <a:avLst/>
          </a:prstGeom>
          <a:gradFill rotWithShape="1" flip="none">
            <a:gsLst>
              <a:gs pos="0">
                <a:srgbClr val="9B1B1B">
                  <a:alpha val="8000"/>
                </a:srgbClr>
              </a:gs>
              <a:gs pos="100000">
                <a:srgbClr val="0A0A0A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4635500" y="1714500"/>
            <a:ext cx="6985000" cy="5461000"/>
          </a:xfrm>
          <a:prstGeom prst="donut">
            <a:avLst>
              <a:gd name="adj" fmla="val 92000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70500" y="2349500"/>
            <a:ext cx="5715000" cy="4826000"/>
          </a:xfrm>
          <a:prstGeom prst="donut">
            <a:avLst>
              <a:gd name="adj" fmla="val 85000"/>
            </a:avLst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302000"/>
            <a:ext cx="2540000" cy="2540000"/>
          </a:xfrm>
          <a:prstGeom prst="ellipse">
            <a:avLst/>
          </a:prstGeom>
          <a:solidFill>
            <a:srgbClr val="9B1B1B"/>
          </a:solidFill>
          <a:ln/>
        </p:spPr>
      </p:sp>
      <p:sp>
        <p:nvSpPr>
          <p:cNvPr id="6" name="Shape 4"/>
          <p:cNvSpPr/>
          <p:nvPr/>
        </p:nvSpPr>
        <p:spPr>
          <a:xfrm>
            <a:off x="7899400" y="4343400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4000500"/>
            <a:ext cx="215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SAMUELE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DOMENICHINI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13000" y="7620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spc="8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SAMUELE DOMENICHINI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953000" y="8572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spc="400" kern="0" dirty="0">
                <a:solidFill>
                  <a:srgbClr val="8A8A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Portfolio Creativo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9017000"/>
            <a:ext cx="2540000" cy="0"/>
          </a:xfrm>
          <a:prstGeom prst="straightConnector1">
            <a:avLst/>
          </a:prstGeom>
          <a:noFill/>
          <a:ln w="12700">
            <a:solidFill>
              <a:srgbClr val="2A2A2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spc="6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 SONO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62000" y="1460500"/>
            <a:ext cx="1016000" cy="0"/>
          </a:xfrm>
          <a:prstGeom prst="straightConnector1">
            <a:avLst/>
          </a:prstGeom>
          <a:noFill/>
          <a:ln w="38100">
            <a:solidFill>
              <a:srgbClr val="9B1B1B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905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9B1B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2222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Samuele Domenichini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62000" y="2984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9B1B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SCUOLA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3302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Istituto Carlo Urbani - Ostia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9B1B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INDIRIZZO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4381500"/>
            <a:ext cx="825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Grafica, Pubblicita e Tecniche della Comunicazione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527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9B1B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 SONO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5651500"/>
            <a:ext cx="762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Durante il mio percorso scolastico ho sviluppato competenze nella progettazione grafica, nella comunicazione visiva e nella realizzazione di elaborati pubblicitari. Questo portfolio raccoglie i lavori che rappresentano maggiormente la mia crescita creativa e professionale.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160000" y="1778000"/>
            <a:ext cx="5334000" cy="5334000"/>
          </a:xfrm>
          <a:prstGeom prst="donut">
            <a:avLst>
              <a:gd name="adj" fmla="val 92000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19000" y="3937000"/>
            <a:ext cx="1016000" cy="1016000"/>
          </a:xfrm>
          <a:prstGeom prst="ellipse">
            <a:avLst/>
          </a:prstGeom>
          <a:solidFill>
            <a:srgbClr val="9B1B1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725400" y="4343400"/>
            <a:ext cx="203200" cy="2032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2A2A2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2794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spc="1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MIE TRACCE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048000" y="4064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spc="300" kern="0" dirty="0">
                <a:solidFill>
                  <a:srgbClr val="8A8A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Ogni progetto rappresenta una traccia del mio percorso creativo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75500" y="4826000"/>
            <a:ext cx="1905000" cy="0"/>
          </a:xfrm>
          <a:prstGeom prst="straightConnector1">
            <a:avLst/>
          </a:prstGeom>
          <a:noFill/>
          <a:ln w="38100">
            <a:solidFill>
              <a:srgbClr val="9B1B1B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175500" y="5334000"/>
            <a:ext cx="1905000" cy="1905000"/>
          </a:xfrm>
          <a:prstGeom prst="donut">
            <a:avLst>
              <a:gd name="adj" fmla="val 85000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7747000" y="5905500"/>
            <a:ext cx="762000" cy="762000"/>
          </a:xfrm>
          <a:prstGeom prst="ellipse">
            <a:avLst/>
          </a:prstGeom>
          <a:solidFill>
            <a:srgbClr val="9B1B1B"/>
          </a:solidFill>
          <a:ln/>
        </p:spPr>
      </p:sp>
      <p:sp>
        <p:nvSpPr>
          <p:cNvPr id="7" name="Shape 5"/>
          <p:cNvSpPr/>
          <p:nvPr/>
        </p:nvSpPr>
        <p:spPr>
          <a:xfrm>
            <a:off x="8051800" y="6210300"/>
            <a:ext cx="152400" cy="152400"/>
          </a:xfrm>
          <a:prstGeom prst="ellipse">
            <a:avLst/>
          </a:prstGeom>
          <a:solidFill>
            <a:srgbClr val="0A0A0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9B1B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TRACCIA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63600"/>
            <a:ext cx="584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Sacred Oasis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 Identity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546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Progetto di brand identity completo per Sacred Oasis, incluso logo in diverse versioni e palette colori brand. Un esempio di coerenza visiva e cura del dettaglio.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4826000"/>
            <a:ext cx="762000" cy="0"/>
          </a:xfrm>
          <a:prstGeom prst="straightConnector1">
            <a:avLst/>
          </a:prstGeom>
          <a:noFill/>
          <a:ln w="38100">
            <a:solidFill>
              <a:srgbClr val="9B1B1B"/>
            </a:solidFill>
            <a:prstDash val="solid"/>
            <a:headEnd type="none"/>
            <a:tailEnd type="none"/>
          </a:ln>
        </p:spPr>
      </p:sp>
      <p:pic>
        <p:nvPicPr>
          <p:cNvPr id="7" name="Image 0" descr="https://kimi-img.moonshot.cn/pub/slides/okc/wxyhpqeztymus/mnt/agents/output/samuele_portfolio/images/abf5b6a4-1426-45e7-9cbf-8851f1582b8d.png-conver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508000"/>
            <a:ext cx="8636000" cy="812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2A2A2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9B1B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TRACCIA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63600"/>
            <a:ext cx="584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Hotel Reverie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Editorial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546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Layout editoriale ispirato all'episodio "Hotel Reverie" di Black Mirror 7. Un progetto che esplora la narrazione visiva attraverso la tipografia e il contrasto cromatico.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4826000"/>
            <a:ext cx="762000" cy="0"/>
          </a:xfrm>
          <a:prstGeom prst="straightConnector1">
            <a:avLst/>
          </a:prstGeom>
          <a:noFill/>
          <a:ln w="38100">
            <a:solidFill>
              <a:srgbClr val="9B1B1B"/>
            </a:solidFill>
            <a:prstDash val="solid"/>
            <a:headEnd type="none"/>
            <a:tailEnd type="none"/>
          </a:ln>
        </p:spPr>
      </p:sp>
      <p:pic>
        <p:nvPicPr>
          <p:cNvPr id="7" name="Image 0" descr="https://kimi-img.moonshot.cn/pub/slides/okc/wxyhpqeztymus/mnt/agents/output/samuele_portfolio/images/63215639-955a-4937-b921-7f3bc07d6d0c.ai-conver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508000"/>
            <a:ext cx="8636000" cy="812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2A2A2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9B1B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TRACCIA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63600"/>
            <a:ext cx="584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 3 Chicchi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Pubblicita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546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Manifesto pubblicitario per "I 3 Chicchi", brand di caffe italiano. Illustrazione originale con tazze e chicchi di caffe su sfondo caldo che evoca l'autenticita del vero espresso.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4826000"/>
            <a:ext cx="762000" cy="0"/>
          </a:xfrm>
          <a:prstGeom prst="straightConnector1">
            <a:avLst/>
          </a:prstGeom>
          <a:noFill/>
          <a:ln w="38100">
            <a:solidFill>
              <a:srgbClr val="9B1B1B"/>
            </a:solidFill>
            <a:prstDash val="solid"/>
            <a:headEnd type="none"/>
            <a:tailEnd type="none"/>
          </a:ln>
        </p:spPr>
      </p:sp>
      <p:pic>
        <p:nvPicPr>
          <p:cNvPr id="7" name="Image 0" descr="https://kimi-img.moonshot.cn/pub/slides/okc/wxyhpqeztymus/mnt/agents/output/samuele_portfolio/images/8013834d-2e85-4bd8-9049-fbd1c0b5b207.ai-conver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508000"/>
            <a:ext cx="8636000" cy="812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2A2A2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9B1B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TRACCIA 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63600"/>
            <a:ext cx="584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Rebranding AS Roma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 Identity / Logo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546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Riprogettazione del logo AS Roma con elementi simbolici della citta: il lupo, la spada e i colori giallorossi. Un esercizio di rebranding che rispetta la tradizione con uno sguardo contemporaneo.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4826000"/>
            <a:ext cx="762000" cy="0"/>
          </a:xfrm>
          <a:prstGeom prst="straightConnector1">
            <a:avLst/>
          </a:prstGeom>
          <a:noFill/>
          <a:ln w="38100">
            <a:solidFill>
              <a:srgbClr val="9B1B1B"/>
            </a:solidFill>
            <a:prstDash val="solid"/>
            <a:headEnd type="none"/>
            <a:tailEnd type="none"/>
          </a:ln>
        </p:spPr>
      </p:sp>
      <p:pic>
        <p:nvPicPr>
          <p:cNvPr id="7" name="Image 0" descr="https://kimi-img.moonshot.cn/pub/slides/okc/wxyhpqeztymus/mnt/agents/output/samuele_portfolio/images/69dc9978-65b7-46d3-970e-77a1e76d9566.ai-conver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508000"/>
            <a:ext cx="8636000" cy="812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2A2A2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9B1B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TRACCIA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63600"/>
            <a:ext cx="584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C'e ancora domani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Poster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546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Poster per il film "C'e ancora domani" di Paola Cortellesi. Design in bianco e nero con elementi grafici che richiamano l'atmosfera cinematografica anni '50.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4826000"/>
            <a:ext cx="762000" cy="0"/>
          </a:xfrm>
          <a:prstGeom prst="straightConnector1">
            <a:avLst/>
          </a:prstGeom>
          <a:noFill/>
          <a:ln w="38100">
            <a:solidFill>
              <a:srgbClr val="9B1B1B"/>
            </a:solidFill>
            <a:prstDash val="solid"/>
            <a:headEnd type="none"/>
            <a:tailEnd type="none"/>
          </a:ln>
        </p:spPr>
      </p:sp>
      <p:pic>
        <p:nvPicPr>
          <p:cNvPr id="7" name="Image 0" descr="https://kimi-img.moonshot.cn/pub/slides/okc/wxyhpqeztymus/mnt/agents/output/samuele_portfolio/images/a3f7b994-77f2-428f-920d-7dbc08d44670.ps-conver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508000"/>
            <a:ext cx="8636000" cy="812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2A2A2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9B1B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TRACCIA 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63600"/>
            <a:ext cx="584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Carnevale di Venezia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Poster Design / Eventi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546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Manifesto per il Carnevale di Venezia 2024, tema "Remember the Future". Composizione vibrante con maschere, piume colorate e citazione di Salvador Dali.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4826000"/>
            <a:ext cx="762000" cy="0"/>
          </a:xfrm>
          <a:prstGeom prst="straightConnector1">
            <a:avLst/>
          </a:prstGeom>
          <a:noFill/>
          <a:ln w="38100">
            <a:solidFill>
              <a:srgbClr val="9B1B1B"/>
            </a:solidFill>
            <a:prstDash val="solid"/>
            <a:headEnd type="none"/>
            <a:tailEnd type="none"/>
          </a:ln>
        </p:spPr>
      </p:sp>
      <p:pic>
        <p:nvPicPr>
          <p:cNvPr id="7" name="Image 0" descr="https://kimi-img.moonshot.cn/pub/slides/okc/wxyhpqeztymus/mnt/agents/output/samuele_portfolio/images/5f21248a-5fd9-40df-859e-c43beb2b32ea.ai-conver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508000"/>
            <a:ext cx="8636000" cy="812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2A2A2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spc="6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COMPETENZE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62000" y="1460500"/>
            <a:ext cx="1016000" cy="0"/>
          </a:xfrm>
          <a:prstGeom prst="straightConnector1">
            <a:avLst/>
          </a:prstGeom>
          <a:noFill/>
          <a:ln w="38100">
            <a:solidFill>
              <a:srgbClr val="9B1B1B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5240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229404"/>
                  <a:pt x="457200" y="230207"/>
                  <a:pt x="457200" y="231011"/>
                </a:cubicBezTo>
                <a:cubicBezTo>
                  <a:pt x="456843" y="263604"/>
                  <a:pt x="427196" y="285750"/>
                  <a:pt x="394603" y="285750"/>
                </a:cubicBezTo>
                <a:lnTo>
                  <a:pt x="307181" y="285750"/>
                </a:lnTo>
                <a:cubicBezTo>
                  <a:pt x="283518" y="285750"/>
                  <a:pt x="264319" y="304949"/>
                  <a:pt x="264319" y="328613"/>
                </a:cubicBezTo>
                <a:cubicBezTo>
                  <a:pt x="264319" y="331649"/>
                  <a:pt x="264676" y="334595"/>
                  <a:pt x="265212" y="337453"/>
                </a:cubicBezTo>
                <a:cubicBezTo>
                  <a:pt x="267087" y="346561"/>
                  <a:pt x="271016" y="355312"/>
                  <a:pt x="274856" y="364153"/>
                </a:cubicBezTo>
                <a:cubicBezTo>
                  <a:pt x="280303" y="376476"/>
                  <a:pt x="285661" y="388709"/>
                  <a:pt x="285661" y="401657"/>
                </a:cubicBezTo>
                <a:cubicBezTo>
                  <a:pt x="285661" y="430054"/>
                  <a:pt x="266373" y="455861"/>
                  <a:pt x="237976" y="457021"/>
                </a:cubicBezTo>
                <a:cubicBezTo>
                  <a:pt x="234851" y="457111"/>
                  <a:pt x="231725" y="457200"/>
                  <a:pt x="228511" y="457200"/>
                </a:cubicBezTo>
                <a:cubicBezTo>
                  <a:pt x="102245" y="457200"/>
                  <a:pt x="-89" y="354866"/>
                  <a:pt x="-89" y="228600"/>
                </a:cubicBezTo>
                <a:cubicBezTo>
                  <a:pt x="-89" y="102334"/>
                  <a:pt x="102334" y="0"/>
                  <a:pt x="228600" y="0"/>
                </a:cubicBezTo>
                <a:cubicBezTo>
                  <a:pt x="354866" y="0"/>
                  <a:pt x="457200" y="102334"/>
                  <a:pt x="457200" y="228600"/>
                </a:cubicBezTo>
                <a:close/>
                <a:moveTo>
                  <a:pt x="114300" y="257175"/>
                </a:moveTo>
                <a:cubicBezTo>
                  <a:pt x="114300" y="241404"/>
                  <a:pt x="101496" y="228600"/>
                  <a:pt x="85725" y="228600"/>
                </a:cubicBezTo>
                <a:cubicBezTo>
                  <a:pt x="69954" y="228600"/>
                  <a:pt x="57150" y="241404"/>
                  <a:pt x="57150" y="257175"/>
                </a:cubicBezTo>
                <a:cubicBezTo>
                  <a:pt x="57150" y="272946"/>
                  <a:pt x="69954" y="285750"/>
                  <a:pt x="85725" y="285750"/>
                </a:cubicBezTo>
                <a:cubicBezTo>
                  <a:pt x="101496" y="285750"/>
                  <a:pt x="114300" y="272946"/>
                  <a:pt x="114300" y="257175"/>
                </a:cubicBezTo>
                <a:close/>
                <a:moveTo>
                  <a:pt x="114300" y="171450"/>
                </a:moveTo>
                <a:cubicBezTo>
                  <a:pt x="130071" y="171450"/>
                  <a:pt x="142875" y="158646"/>
                  <a:pt x="142875" y="142875"/>
                </a:cubicBezTo>
                <a:cubicBezTo>
                  <a:pt x="142875" y="127104"/>
                  <a:pt x="130071" y="114300"/>
                  <a:pt x="114300" y="114300"/>
                </a:cubicBezTo>
                <a:cubicBezTo>
                  <a:pt x="98529" y="114300"/>
                  <a:pt x="85725" y="127104"/>
                  <a:pt x="85725" y="142875"/>
                </a:cubicBezTo>
                <a:cubicBezTo>
                  <a:pt x="85725" y="158646"/>
                  <a:pt x="98529" y="171450"/>
                  <a:pt x="114300" y="17145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342900" y="171450"/>
                </a:moveTo>
                <a:cubicBezTo>
                  <a:pt x="358671" y="171450"/>
                  <a:pt x="371475" y="158646"/>
                  <a:pt x="371475" y="142875"/>
                </a:cubicBezTo>
                <a:cubicBezTo>
                  <a:pt x="371475" y="127104"/>
                  <a:pt x="358671" y="114300"/>
                  <a:pt x="342900" y="114300"/>
                </a:cubicBezTo>
                <a:cubicBezTo>
                  <a:pt x="327129" y="114300"/>
                  <a:pt x="314325" y="127104"/>
                  <a:pt x="314325" y="142875"/>
                </a:cubicBezTo>
                <a:cubicBezTo>
                  <a:pt x="314325" y="158646"/>
                  <a:pt x="327129" y="171450"/>
                  <a:pt x="342900" y="171450"/>
                </a:cubicBezTo>
                <a:close/>
              </a:path>
            </a:pathLst>
          </a:custGeom>
          <a:solidFill>
            <a:srgbClr val="9B1B1B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921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 Design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3340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228600"/>
                </a:moveTo>
                <a:cubicBezTo>
                  <a:pt x="42863" y="125998"/>
                  <a:pt x="125998" y="42863"/>
                  <a:pt x="228600" y="42863"/>
                </a:cubicBezTo>
                <a:cubicBezTo>
                  <a:pt x="284946" y="42863"/>
                  <a:pt x="335399" y="67955"/>
                  <a:pt x="369510" y="107603"/>
                </a:cubicBezTo>
                <a:cubicBezTo>
                  <a:pt x="377190" y="116622"/>
                  <a:pt x="390763" y="117604"/>
                  <a:pt x="399693" y="109924"/>
                </a:cubicBezTo>
                <a:cubicBezTo>
                  <a:pt x="408623" y="102245"/>
                  <a:pt x="409694" y="88672"/>
                  <a:pt x="402015" y="79742"/>
                </a:cubicBezTo>
                <a:cubicBezTo>
                  <a:pt x="360134" y="30897"/>
                  <a:pt x="297984" y="0"/>
                  <a:pt x="228600" y="0"/>
                </a:cubicBezTo>
                <a:cubicBezTo>
                  <a:pt x="102334" y="0"/>
                  <a:pt x="0" y="102334"/>
                  <a:pt x="0" y="228600"/>
                </a:cubicBezTo>
                <a:lnTo>
                  <a:pt x="0" y="264319"/>
                </a:lnTo>
                <a:cubicBezTo>
                  <a:pt x="0" y="276195"/>
                  <a:pt x="9555" y="285750"/>
                  <a:pt x="21431" y="285750"/>
                </a:cubicBezTo>
                <a:cubicBezTo>
                  <a:pt x="33308" y="285750"/>
                  <a:pt x="42863" y="276195"/>
                  <a:pt x="42863" y="264319"/>
                </a:cubicBezTo>
                <a:lnTo>
                  <a:pt x="42863" y="228600"/>
                </a:lnTo>
                <a:close/>
                <a:moveTo>
                  <a:pt x="452289" y="181362"/>
                </a:moveTo>
                <a:cubicBezTo>
                  <a:pt x="449878" y="169753"/>
                  <a:pt x="438448" y="162342"/>
                  <a:pt x="426928" y="164842"/>
                </a:cubicBezTo>
                <a:cubicBezTo>
                  <a:pt x="415409" y="167342"/>
                  <a:pt x="407908" y="178683"/>
                  <a:pt x="410408" y="190202"/>
                </a:cubicBezTo>
                <a:cubicBezTo>
                  <a:pt x="412998" y="202615"/>
                  <a:pt x="414427" y="215473"/>
                  <a:pt x="414427" y="228689"/>
                </a:cubicBezTo>
                <a:lnTo>
                  <a:pt x="414427" y="264408"/>
                </a:lnTo>
                <a:cubicBezTo>
                  <a:pt x="414427" y="276285"/>
                  <a:pt x="423982" y="285839"/>
                  <a:pt x="435858" y="285839"/>
                </a:cubicBezTo>
                <a:cubicBezTo>
                  <a:pt x="447735" y="285839"/>
                  <a:pt x="457289" y="276285"/>
                  <a:pt x="457289" y="264408"/>
                </a:cubicBezTo>
                <a:lnTo>
                  <a:pt x="457289" y="228689"/>
                </a:lnTo>
                <a:cubicBezTo>
                  <a:pt x="457289" y="212527"/>
                  <a:pt x="455593" y="196721"/>
                  <a:pt x="452378" y="181451"/>
                </a:cubicBezTo>
                <a:close/>
                <a:moveTo>
                  <a:pt x="228600" y="71438"/>
                </a:moveTo>
                <a:cubicBezTo>
                  <a:pt x="211634" y="71438"/>
                  <a:pt x="195203" y="74116"/>
                  <a:pt x="179933" y="79117"/>
                </a:cubicBezTo>
                <a:cubicBezTo>
                  <a:pt x="166360" y="83582"/>
                  <a:pt x="163235" y="100280"/>
                  <a:pt x="172522" y="111175"/>
                </a:cubicBezTo>
                <a:cubicBezTo>
                  <a:pt x="178862" y="118586"/>
                  <a:pt x="189309" y="120819"/>
                  <a:pt x="198775" y="118229"/>
                </a:cubicBezTo>
                <a:cubicBezTo>
                  <a:pt x="208240" y="115639"/>
                  <a:pt x="218242" y="114300"/>
                  <a:pt x="228600" y="114300"/>
                </a:cubicBezTo>
                <a:cubicBezTo>
                  <a:pt x="291733" y="114300"/>
                  <a:pt x="342900" y="165467"/>
                  <a:pt x="342900" y="228600"/>
                </a:cubicBezTo>
                <a:lnTo>
                  <a:pt x="342900" y="250835"/>
                </a:lnTo>
                <a:cubicBezTo>
                  <a:pt x="342900" y="273338"/>
                  <a:pt x="341561" y="295751"/>
                  <a:pt x="338971" y="318075"/>
                </a:cubicBezTo>
                <a:cubicBezTo>
                  <a:pt x="337453" y="331113"/>
                  <a:pt x="347365" y="342900"/>
                  <a:pt x="360581" y="342900"/>
                </a:cubicBezTo>
                <a:cubicBezTo>
                  <a:pt x="371118" y="342900"/>
                  <a:pt x="380137" y="335220"/>
                  <a:pt x="381387" y="324773"/>
                </a:cubicBezTo>
                <a:cubicBezTo>
                  <a:pt x="384334" y="300305"/>
                  <a:pt x="385852" y="275659"/>
                  <a:pt x="385852" y="250924"/>
                </a:cubicBezTo>
                <a:lnTo>
                  <a:pt x="385852" y="228689"/>
                </a:lnTo>
                <a:cubicBezTo>
                  <a:pt x="385852" y="141893"/>
                  <a:pt x="315486" y="71527"/>
                  <a:pt x="228689" y="71527"/>
                </a:cubicBezTo>
                <a:close/>
                <a:moveTo>
                  <a:pt x="134570" y="132784"/>
                </a:moveTo>
                <a:cubicBezTo>
                  <a:pt x="126444" y="123319"/>
                  <a:pt x="111978" y="122605"/>
                  <a:pt x="104299" y="132427"/>
                </a:cubicBezTo>
                <a:cubicBezTo>
                  <a:pt x="83671" y="159038"/>
                  <a:pt x="71437" y="192345"/>
                  <a:pt x="71437" y="228600"/>
                </a:cubicBezTo>
                <a:lnTo>
                  <a:pt x="71437" y="250835"/>
                </a:lnTo>
                <a:cubicBezTo>
                  <a:pt x="71437" y="272445"/>
                  <a:pt x="69116" y="294055"/>
                  <a:pt x="64472" y="315039"/>
                </a:cubicBezTo>
                <a:cubicBezTo>
                  <a:pt x="61436" y="328970"/>
                  <a:pt x="71527" y="342811"/>
                  <a:pt x="85814" y="342811"/>
                </a:cubicBezTo>
                <a:cubicBezTo>
                  <a:pt x="95190" y="342811"/>
                  <a:pt x="103584" y="336560"/>
                  <a:pt x="105638" y="327362"/>
                </a:cubicBezTo>
                <a:cubicBezTo>
                  <a:pt x="111353" y="302270"/>
                  <a:pt x="114300" y="276642"/>
                  <a:pt x="114300" y="250746"/>
                </a:cubicBezTo>
                <a:lnTo>
                  <a:pt x="114300" y="228511"/>
                </a:lnTo>
                <a:cubicBezTo>
                  <a:pt x="114300" y="204222"/>
                  <a:pt x="121890" y="181719"/>
                  <a:pt x="134749" y="163235"/>
                </a:cubicBezTo>
                <a:cubicBezTo>
                  <a:pt x="141178" y="153948"/>
                  <a:pt x="141893" y="141268"/>
                  <a:pt x="134570" y="132695"/>
                </a:cubicBezTo>
                <a:close/>
                <a:moveTo>
                  <a:pt x="228600" y="142875"/>
                </a:moveTo>
                <a:cubicBezTo>
                  <a:pt x="181273" y="142875"/>
                  <a:pt x="142875" y="181273"/>
                  <a:pt x="142875" y="228600"/>
                </a:cubicBezTo>
                <a:lnTo>
                  <a:pt x="142875" y="250835"/>
                </a:lnTo>
                <a:cubicBezTo>
                  <a:pt x="142875" y="282892"/>
                  <a:pt x="138767" y="314682"/>
                  <a:pt x="130552" y="345579"/>
                </a:cubicBezTo>
                <a:cubicBezTo>
                  <a:pt x="127159" y="358348"/>
                  <a:pt x="136535" y="371475"/>
                  <a:pt x="149751" y="371475"/>
                </a:cubicBezTo>
                <a:cubicBezTo>
                  <a:pt x="158234" y="371475"/>
                  <a:pt x="165735" y="365939"/>
                  <a:pt x="167967" y="357723"/>
                </a:cubicBezTo>
                <a:cubicBezTo>
                  <a:pt x="177344" y="322898"/>
                  <a:pt x="182166" y="287000"/>
                  <a:pt x="182166" y="250835"/>
                </a:cubicBezTo>
                <a:lnTo>
                  <a:pt x="182166" y="228600"/>
                </a:lnTo>
                <a:cubicBezTo>
                  <a:pt x="182166" y="202972"/>
                  <a:pt x="202972" y="182166"/>
                  <a:pt x="228600" y="182166"/>
                </a:cubicBezTo>
                <a:cubicBezTo>
                  <a:pt x="254228" y="182166"/>
                  <a:pt x="275034" y="202972"/>
                  <a:pt x="275034" y="228600"/>
                </a:cubicBezTo>
                <a:lnTo>
                  <a:pt x="275034" y="250835"/>
                </a:lnTo>
                <a:cubicBezTo>
                  <a:pt x="275034" y="283250"/>
                  <a:pt x="271909" y="315486"/>
                  <a:pt x="265748" y="347186"/>
                </a:cubicBezTo>
                <a:cubicBezTo>
                  <a:pt x="263336" y="359599"/>
                  <a:pt x="272623" y="371475"/>
                  <a:pt x="285214" y="371475"/>
                </a:cubicBezTo>
                <a:cubicBezTo>
                  <a:pt x="294323" y="371475"/>
                  <a:pt x="302181" y="365224"/>
                  <a:pt x="303967" y="356295"/>
                </a:cubicBezTo>
                <a:cubicBezTo>
                  <a:pt x="310842" y="321647"/>
                  <a:pt x="314325" y="286375"/>
                  <a:pt x="314325" y="250835"/>
                </a:cubicBezTo>
                <a:lnTo>
                  <a:pt x="314325" y="228600"/>
                </a:lnTo>
                <a:cubicBezTo>
                  <a:pt x="314325" y="181273"/>
                  <a:pt x="275927" y="142875"/>
                  <a:pt x="228600" y="142875"/>
                </a:cubicBezTo>
                <a:close/>
                <a:moveTo>
                  <a:pt x="250031" y="228600"/>
                </a:moveTo>
                <a:cubicBezTo>
                  <a:pt x="250031" y="216724"/>
                  <a:pt x="240476" y="207169"/>
                  <a:pt x="228600" y="207169"/>
                </a:cubicBezTo>
                <a:cubicBezTo>
                  <a:pt x="216724" y="207169"/>
                  <a:pt x="207169" y="216724"/>
                  <a:pt x="207169" y="228600"/>
                </a:cubicBezTo>
                <a:lnTo>
                  <a:pt x="207169" y="250835"/>
                </a:lnTo>
                <a:cubicBezTo>
                  <a:pt x="207169" y="304324"/>
                  <a:pt x="197346" y="357366"/>
                  <a:pt x="178147" y="407283"/>
                </a:cubicBezTo>
                <a:lnTo>
                  <a:pt x="172879" y="420945"/>
                </a:lnTo>
                <a:cubicBezTo>
                  <a:pt x="168592" y="432018"/>
                  <a:pt x="174129" y="444431"/>
                  <a:pt x="185202" y="448628"/>
                </a:cubicBezTo>
                <a:cubicBezTo>
                  <a:pt x="196275" y="452824"/>
                  <a:pt x="208687" y="447377"/>
                  <a:pt x="212884" y="436305"/>
                </a:cubicBezTo>
                <a:lnTo>
                  <a:pt x="218152" y="422642"/>
                </a:lnTo>
                <a:cubicBezTo>
                  <a:pt x="239226" y="367814"/>
                  <a:pt x="250031" y="309592"/>
                  <a:pt x="250031" y="250835"/>
                </a:cubicBezTo>
                <a:lnTo>
                  <a:pt x="250031" y="228600"/>
                </a:lnTo>
                <a:close/>
              </a:path>
            </a:pathLst>
          </a:custGeom>
          <a:solidFill>
            <a:srgbClr val="9B1B1B"/>
          </a:solidFill>
          <a:ln/>
        </p:spPr>
      </p:sp>
      <p:sp>
        <p:nvSpPr>
          <p:cNvPr id="7" name="Text 5"/>
          <p:cNvSpPr/>
          <p:nvPr/>
        </p:nvSpPr>
        <p:spPr>
          <a:xfrm>
            <a:off x="4826000" y="2921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Identity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1837" y="16877"/>
                </a:moveTo>
                <a:cubicBezTo>
                  <a:pt x="422106" y="21431"/>
                  <a:pt x="428625" y="31611"/>
                  <a:pt x="428625" y="42863"/>
                </a:cubicBezTo>
                <a:lnTo>
                  <a:pt x="428625" y="414338"/>
                </a:lnTo>
                <a:cubicBezTo>
                  <a:pt x="428625" y="425589"/>
                  <a:pt x="422106" y="435769"/>
                  <a:pt x="411837" y="440323"/>
                </a:cubicBezTo>
                <a:cubicBezTo>
                  <a:pt x="401568" y="444877"/>
                  <a:pt x="389692" y="443180"/>
                  <a:pt x="381208" y="435769"/>
                </a:cubicBezTo>
                <a:lnTo>
                  <a:pt x="339596" y="399425"/>
                </a:lnTo>
                <a:cubicBezTo>
                  <a:pt x="300663" y="365403"/>
                  <a:pt x="251460" y="345579"/>
                  <a:pt x="199936" y="343168"/>
                </a:cubicBezTo>
                <a:lnTo>
                  <a:pt x="199936" y="428625"/>
                </a:lnTo>
                <a:cubicBezTo>
                  <a:pt x="199936" y="444431"/>
                  <a:pt x="187166" y="457200"/>
                  <a:pt x="171361" y="457200"/>
                </a:cubicBezTo>
                <a:lnTo>
                  <a:pt x="142786" y="457200"/>
                </a:lnTo>
                <a:cubicBezTo>
                  <a:pt x="126980" y="457200"/>
                  <a:pt x="114211" y="444431"/>
                  <a:pt x="114211" y="428625"/>
                </a:cubicBezTo>
                <a:lnTo>
                  <a:pt x="114211" y="342900"/>
                </a:lnTo>
                <a:cubicBezTo>
                  <a:pt x="51167" y="342900"/>
                  <a:pt x="0" y="291733"/>
                  <a:pt x="0" y="228600"/>
                </a:cubicBezTo>
                <a:cubicBezTo>
                  <a:pt x="0" y="165467"/>
                  <a:pt x="51167" y="114300"/>
                  <a:pt x="114300" y="114300"/>
                </a:cubicBezTo>
                <a:lnTo>
                  <a:pt x="189756" y="114300"/>
                </a:lnTo>
                <a:cubicBezTo>
                  <a:pt x="244941" y="114121"/>
                  <a:pt x="298162" y="94030"/>
                  <a:pt x="339685" y="57775"/>
                </a:cubicBezTo>
                <a:lnTo>
                  <a:pt x="381298" y="21431"/>
                </a:lnTo>
                <a:cubicBezTo>
                  <a:pt x="389692" y="14020"/>
                  <a:pt x="401747" y="12323"/>
                  <a:pt x="411926" y="16877"/>
                </a:cubicBezTo>
                <a:close/>
                <a:moveTo>
                  <a:pt x="200025" y="285750"/>
                </a:moveTo>
                <a:lnTo>
                  <a:pt x="200025" y="285929"/>
                </a:lnTo>
                <a:cubicBezTo>
                  <a:pt x="262801" y="288340"/>
                  <a:pt x="323076" y="311378"/>
                  <a:pt x="371475" y="351473"/>
                </a:cubicBezTo>
                <a:lnTo>
                  <a:pt x="371475" y="105638"/>
                </a:lnTo>
                <a:cubicBezTo>
                  <a:pt x="323076" y="145733"/>
                  <a:pt x="262801" y="168771"/>
                  <a:pt x="200025" y="171182"/>
                </a:cubicBezTo>
                <a:lnTo>
                  <a:pt x="200025" y="285750"/>
                </a:lnTo>
                <a:close/>
              </a:path>
            </a:pathLst>
          </a:custGeom>
          <a:solidFill>
            <a:srgbClr val="9B1B1B"/>
          </a:solidFill>
          <a:ln/>
        </p:spPr>
      </p:sp>
      <p:sp>
        <p:nvSpPr>
          <p:cNvPr id="9" name="Text 7"/>
          <p:cNvSpPr/>
          <p:nvPr/>
        </p:nvSpPr>
        <p:spPr>
          <a:xfrm>
            <a:off x="8636000" y="2921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Pubblicita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9540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29059" y="16341"/>
                </a:moveTo>
                <a:lnTo>
                  <a:pt x="284321" y="61079"/>
                </a:lnTo>
                <a:lnTo>
                  <a:pt x="396210" y="172968"/>
                </a:lnTo>
                <a:lnTo>
                  <a:pt x="440948" y="128230"/>
                </a:lnTo>
                <a:cubicBezTo>
                  <a:pt x="460504" y="108674"/>
                  <a:pt x="460504" y="77063"/>
                  <a:pt x="440948" y="57507"/>
                </a:cubicBezTo>
                <a:lnTo>
                  <a:pt x="399782" y="16341"/>
                </a:lnTo>
                <a:cubicBezTo>
                  <a:pt x="380226" y="-3215"/>
                  <a:pt x="348615" y="-3215"/>
                  <a:pt x="329059" y="16341"/>
                </a:cubicBezTo>
                <a:close/>
                <a:moveTo>
                  <a:pt x="249406" y="86797"/>
                </a:moveTo>
                <a:lnTo>
                  <a:pt x="248960" y="86886"/>
                </a:lnTo>
                <a:lnTo>
                  <a:pt x="120283" y="125462"/>
                </a:lnTo>
                <a:cubicBezTo>
                  <a:pt x="102513" y="130820"/>
                  <a:pt x="88404" y="144393"/>
                  <a:pt x="82510" y="162074"/>
                </a:cubicBezTo>
                <a:lnTo>
                  <a:pt x="3393" y="398085"/>
                </a:lnTo>
                <a:cubicBezTo>
                  <a:pt x="804" y="405854"/>
                  <a:pt x="1697" y="414338"/>
                  <a:pt x="5626" y="421303"/>
                </a:cubicBezTo>
                <a:lnTo>
                  <a:pt x="144393" y="282535"/>
                </a:lnTo>
                <a:cubicBezTo>
                  <a:pt x="143411" y="278963"/>
                  <a:pt x="142964" y="275302"/>
                  <a:pt x="142964" y="271463"/>
                </a:cubicBezTo>
                <a:cubicBezTo>
                  <a:pt x="142964" y="247799"/>
                  <a:pt x="162163" y="228600"/>
                  <a:pt x="185827" y="228600"/>
                </a:cubicBezTo>
                <a:cubicBezTo>
                  <a:pt x="209490" y="228600"/>
                  <a:pt x="228689" y="247799"/>
                  <a:pt x="228689" y="271463"/>
                </a:cubicBezTo>
                <a:cubicBezTo>
                  <a:pt x="228689" y="295126"/>
                  <a:pt x="209490" y="314325"/>
                  <a:pt x="185827" y="314325"/>
                </a:cubicBezTo>
                <a:cubicBezTo>
                  <a:pt x="181987" y="314325"/>
                  <a:pt x="178237" y="313789"/>
                  <a:pt x="174754" y="312896"/>
                </a:cubicBezTo>
                <a:lnTo>
                  <a:pt x="35987" y="451574"/>
                </a:lnTo>
                <a:cubicBezTo>
                  <a:pt x="42952" y="455503"/>
                  <a:pt x="51346" y="456396"/>
                  <a:pt x="59204" y="453807"/>
                </a:cubicBezTo>
                <a:lnTo>
                  <a:pt x="295215" y="374690"/>
                </a:lnTo>
                <a:cubicBezTo>
                  <a:pt x="312807" y="368796"/>
                  <a:pt x="326469" y="354687"/>
                  <a:pt x="331827" y="336917"/>
                </a:cubicBezTo>
                <a:lnTo>
                  <a:pt x="370403" y="208240"/>
                </a:lnTo>
                <a:lnTo>
                  <a:pt x="370493" y="207794"/>
                </a:lnTo>
                <a:lnTo>
                  <a:pt x="249495" y="86797"/>
                </a:lnTo>
                <a:close/>
              </a:path>
            </a:pathLst>
          </a:custGeom>
          <a:solidFill>
            <a:srgbClr val="9B1B1B"/>
          </a:solidFill>
          <a:ln/>
        </p:spPr>
      </p:sp>
      <p:sp>
        <p:nvSpPr>
          <p:cNvPr id="11" name="Text 9"/>
          <p:cNvSpPr/>
          <p:nvPr/>
        </p:nvSpPr>
        <p:spPr>
          <a:xfrm>
            <a:off x="12319000" y="2921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Illustrator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24000" y="488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29289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9289" y="428625"/>
                  <a:pt x="65314" y="428625"/>
                </a:cubicBezTo>
                <a:lnTo>
                  <a:pt x="391886" y="428625"/>
                </a:lnTo>
                <a:cubicBezTo>
                  <a:pt x="427911" y="428625"/>
                  <a:pt x="457200" y="402997"/>
                  <a:pt x="457200" y="371475"/>
                </a:cubicBezTo>
                <a:lnTo>
                  <a:pt x="457200" y="85725"/>
                </a:lnTo>
                <a:cubicBezTo>
                  <a:pt x="457200" y="54203"/>
                  <a:pt x="427911" y="28575"/>
                  <a:pt x="391886" y="28575"/>
                </a:cubicBezTo>
                <a:lnTo>
                  <a:pt x="65314" y="28575"/>
                </a:lnTo>
                <a:close/>
                <a:moveTo>
                  <a:pt x="130629" y="100013"/>
                </a:moveTo>
                <a:cubicBezTo>
                  <a:pt x="157665" y="100013"/>
                  <a:pt x="179614" y="119219"/>
                  <a:pt x="179614" y="142875"/>
                </a:cubicBezTo>
                <a:cubicBezTo>
                  <a:pt x="179614" y="166531"/>
                  <a:pt x="157665" y="185738"/>
                  <a:pt x="130629" y="185738"/>
                </a:cubicBezTo>
                <a:cubicBezTo>
                  <a:pt x="103593" y="185738"/>
                  <a:pt x="81643" y="166531"/>
                  <a:pt x="81643" y="142875"/>
                </a:cubicBezTo>
                <a:cubicBezTo>
                  <a:pt x="81643" y="119219"/>
                  <a:pt x="103593" y="100013"/>
                  <a:pt x="130629" y="100013"/>
                </a:cubicBezTo>
                <a:close/>
                <a:moveTo>
                  <a:pt x="277586" y="200025"/>
                </a:moveTo>
                <a:cubicBezTo>
                  <a:pt x="286158" y="200025"/>
                  <a:pt x="294016" y="203954"/>
                  <a:pt x="298507" y="210294"/>
                </a:cubicBezTo>
                <a:lnTo>
                  <a:pt x="388314" y="338882"/>
                </a:lnTo>
                <a:cubicBezTo>
                  <a:pt x="392906" y="345490"/>
                  <a:pt x="393110" y="353794"/>
                  <a:pt x="388824" y="360581"/>
                </a:cubicBezTo>
                <a:cubicBezTo>
                  <a:pt x="384538" y="367367"/>
                  <a:pt x="376272" y="371475"/>
                  <a:pt x="367393" y="371475"/>
                </a:cubicBezTo>
                <a:lnTo>
                  <a:pt x="89807" y="371475"/>
                </a:lnTo>
                <a:cubicBezTo>
                  <a:pt x="80724" y="371475"/>
                  <a:pt x="72254" y="367010"/>
                  <a:pt x="68070" y="359956"/>
                </a:cubicBezTo>
                <a:cubicBezTo>
                  <a:pt x="63886" y="352901"/>
                  <a:pt x="64498" y="344329"/>
                  <a:pt x="69703" y="337810"/>
                </a:cubicBezTo>
                <a:lnTo>
                  <a:pt x="126853" y="266373"/>
                </a:lnTo>
                <a:cubicBezTo>
                  <a:pt x="131445" y="260658"/>
                  <a:pt x="138895" y="257264"/>
                  <a:pt x="146957" y="257264"/>
                </a:cubicBezTo>
                <a:cubicBezTo>
                  <a:pt x="155019" y="257264"/>
                  <a:pt x="162469" y="260658"/>
                  <a:pt x="167062" y="266373"/>
                </a:cubicBezTo>
                <a:lnTo>
                  <a:pt x="194004" y="300127"/>
                </a:lnTo>
                <a:lnTo>
                  <a:pt x="256665" y="210383"/>
                </a:lnTo>
                <a:cubicBezTo>
                  <a:pt x="261155" y="204043"/>
                  <a:pt x="269013" y="200114"/>
                  <a:pt x="277586" y="200114"/>
                </a:cubicBezTo>
                <a:close/>
              </a:path>
            </a:pathLst>
          </a:custGeom>
          <a:solidFill>
            <a:srgbClr val="9B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5461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Photoshop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334000" y="488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8575"/>
                </a:moveTo>
                <a:cubicBezTo>
                  <a:pt x="164465" y="28575"/>
                  <a:pt x="113109" y="61436"/>
                  <a:pt x="75724" y="100548"/>
                </a:cubicBezTo>
                <a:cubicBezTo>
                  <a:pt x="38576" y="139392"/>
                  <a:pt x="13732" y="185738"/>
                  <a:pt x="1905" y="217616"/>
                </a:cubicBezTo>
                <a:cubicBezTo>
                  <a:pt x="-714" y="224671"/>
                  <a:pt x="-714" y="232529"/>
                  <a:pt x="1905" y="239584"/>
                </a:cubicBezTo>
                <a:cubicBezTo>
                  <a:pt x="13732" y="271463"/>
                  <a:pt x="38576" y="317897"/>
                  <a:pt x="75724" y="356652"/>
                </a:cubicBezTo>
                <a:cubicBezTo>
                  <a:pt x="113109" y="395674"/>
                  <a:pt x="164465" y="428625"/>
                  <a:pt x="228600" y="428625"/>
                </a:cubicBezTo>
                <a:cubicBezTo>
                  <a:pt x="292735" y="428625"/>
                  <a:pt x="344091" y="395764"/>
                  <a:pt x="381476" y="356652"/>
                </a:cubicBezTo>
                <a:cubicBezTo>
                  <a:pt x="418624" y="317808"/>
                  <a:pt x="443468" y="271463"/>
                  <a:pt x="455295" y="239584"/>
                </a:cubicBezTo>
                <a:cubicBezTo>
                  <a:pt x="457914" y="232529"/>
                  <a:pt x="457914" y="224671"/>
                  <a:pt x="455295" y="217616"/>
                </a:cubicBezTo>
                <a:cubicBezTo>
                  <a:pt x="443468" y="185737"/>
                  <a:pt x="418624" y="139303"/>
                  <a:pt x="381476" y="100548"/>
                </a:cubicBezTo>
                <a:cubicBezTo>
                  <a:pt x="344091" y="61526"/>
                  <a:pt x="292735" y="28575"/>
                  <a:pt x="228600" y="28575"/>
                </a:cubicBezTo>
                <a:close/>
                <a:moveTo>
                  <a:pt x="114300" y="228600"/>
                </a:moveTo>
                <a:cubicBezTo>
                  <a:pt x="114300" y="157631"/>
                  <a:pt x="165516" y="100013"/>
                  <a:pt x="228600" y="100013"/>
                </a:cubicBezTo>
                <a:cubicBezTo>
                  <a:pt x="291684" y="100013"/>
                  <a:pt x="342900" y="157631"/>
                  <a:pt x="342900" y="228600"/>
                </a:cubicBezTo>
                <a:cubicBezTo>
                  <a:pt x="342900" y="299569"/>
                  <a:pt x="291684" y="357188"/>
                  <a:pt x="228600" y="357188"/>
                </a:cubicBezTo>
                <a:cubicBezTo>
                  <a:pt x="165516" y="357188"/>
                  <a:pt x="114300" y="299569"/>
                  <a:pt x="114300" y="228600"/>
                </a:cubicBezTo>
                <a:close/>
                <a:moveTo>
                  <a:pt x="228600" y="171450"/>
                </a:moveTo>
                <a:cubicBezTo>
                  <a:pt x="228600" y="202972"/>
                  <a:pt x="205819" y="228600"/>
                  <a:pt x="177800" y="228600"/>
                </a:cubicBezTo>
                <a:cubicBezTo>
                  <a:pt x="168672" y="228600"/>
                  <a:pt x="160099" y="225921"/>
                  <a:pt x="152638" y="221099"/>
                </a:cubicBezTo>
                <a:cubicBezTo>
                  <a:pt x="151844" y="230832"/>
                  <a:pt x="152559" y="240834"/>
                  <a:pt x="154940" y="250746"/>
                </a:cubicBezTo>
                <a:cubicBezTo>
                  <a:pt x="165814" y="296466"/>
                  <a:pt x="207645" y="323612"/>
                  <a:pt x="248285" y="311378"/>
                </a:cubicBezTo>
                <a:cubicBezTo>
                  <a:pt x="288925" y="299145"/>
                  <a:pt x="313055" y="252085"/>
                  <a:pt x="302181" y="206365"/>
                </a:cubicBezTo>
                <a:cubicBezTo>
                  <a:pt x="292497" y="165556"/>
                  <a:pt x="258128" y="139571"/>
                  <a:pt x="221933" y="143143"/>
                </a:cubicBezTo>
                <a:cubicBezTo>
                  <a:pt x="226139" y="151448"/>
                  <a:pt x="228600" y="161092"/>
                  <a:pt x="228600" y="171450"/>
                </a:cubicBezTo>
                <a:close/>
              </a:path>
            </a:pathLst>
          </a:custGeom>
          <a:solidFill>
            <a:srgbClr val="9B1B1B"/>
          </a:solidFill>
          <a:ln/>
        </p:spPr>
      </p:sp>
      <p:sp>
        <p:nvSpPr>
          <p:cNvPr id="15" name="Text 13"/>
          <p:cNvSpPr/>
          <p:nvPr/>
        </p:nvSpPr>
        <p:spPr>
          <a:xfrm>
            <a:off x="4445000" y="5461000"/>
            <a:ext cx="330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Comunicazione Visiva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44000" y="488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6986" y="114300"/>
                </a:moveTo>
                <a:lnTo>
                  <a:pt x="341982" y="71438"/>
                </a:lnTo>
                <a:lnTo>
                  <a:pt x="115321" y="71438"/>
                </a:lnTo>
                <a:lnTo>
                  <a:pt x="80316" y="114300"/>
                </a:lnTo>
                <a:lnTo>
                  <a:pt x="376986" y="114300"/>
                </a:lnTo>
                <a:close/>
                <a:moveTo>
                  <a:pt x="0" y="132606"/>
                </a:moveTo>
                <a:cubicBezTo>
                  <a:pt x="0" y="120729"/>
                  <a:pt x="4286" y="109121"/>
                  <a:pt x="12144" y="99387"/>
                </a:cubicBezTo>
                <a:lnTo>
                  <a:pt x="62151" y="38219"/>
                </a:lnTo>
                <a:cubicBezTo>
                  <a:pt x="74397" y="23217"/>
                  <a:pt x="94195" y="14288"/>
                  <a:pt x="115218" y="14288"/>
                </a:cubicBezTo>
                <a:lnTo>
                  <a:pt x="341879" y="14288"/>
                </a:lnTo>
                <a:cubicBezTo>
                  <a:pt x="363005" y="14288"/>
                  <a:pt x="382803" y="23217"/>
                  <a:pt x="395049" y="38219"/>
                </a:cubicBezTo>
                <a:lnTo>
                  <a:pt x="444954" y="99387"/>
                </a:lnTo>
                <a:cubicBezTo>
                  <a:pt x="452914" y="109121"/>
                  <a:pt x="457098" y="120729"/>
                  <a:pt x="457098" y="132606"/>
                </a:cubicBezTo>
                <a:lnTo>
                  <a:pt x="457200" y="371475"/>
                </a:lnTo>
                <a:cubicBezTo>
                  <a:pt x="457200" y="402997"/>
                  <a:pt x="427911" y="428625"/>
                  <a:pt x="391886" y="428625"/>
                </a:cubicBezTo>
                <a:lnTo>
                  <a:pt x="65314" y="428625"/>
                </a:lnTo>
                <a:cubicBezTo>
                  <a:pt x="29289" y="428625"/>
                  <a:pt x="0" y="402997"/>
                  <a:pt x="0" y="371475"/>
                </a:cubicBezTo>
                <a:lnTo>
                  <a:pt x="0" y="132606"/>
                </a:lnTo>
                <a:close/>
              </a:path>
            </a:pathLst>
          </a:custGeom>
          <a:solidFill>
            <a:srgbClr val="9B1B1B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54610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Packaging Design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2954000" y="488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26176"/>
                </a:moveTo>
                <a:lnTo>
                  <a:pt x="228600" y="402372"/>
                </a:lnTo>
                <a:lnTo>
                  <a:pt x="229046" y="402193"/>
                </a:lnTo>
                <a:cubicBezTo>
                  <a:pt x="277803" y="381923"/>
                  <a:pt x="330131" y="371475"/>
                  <a:pt x="382905" y="371475"/>
                </a:cubicBezTo>
                <a:lnTo>
                  <a:pt x="400050" y="371475"/>
                </a:lnTo>
                <a:lnTo>
                  <a:pt x="400050" y="85725"/>
                </a:lnTo>
                <a:lnTo>
                  <a:pt x="382905" y="85725"/>
                </a:lnTo>
                <a:cubicBezTo>
                  <a:pt x="345222" y="85725"/>
                  <a:pt x="307806" y="93226"/>
                  <a:pt x="272981" y="107692"/>
                </a:cubicBezTo>
                <a:cubicBezTo>
                  <a:pt x="257979" y="113943"/>
                  <a:pt x="243155" y="120104"/>
                  <a:pt x="228600" y="126176"/>
                </a:cubicBezTo>
                <a:close/>
                <a:moveTo>
                  <a:pt x="206186" y="54918"/>
                </a:moveTo>
                <a:lnTo>
                  <a:pt x="228600" y="64294"/>
                </a:lnTo>
                <a:lnTo>
                  <a:pt x="251014" y="54918"/>
                </a:lnTo>
                <a:cubicBezTo>
                  <a:pt x="292804" y="37505"/>
                  <a:pt x="337631" y="28575"/>
                  <a:pt x="382905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382905" y="428625"/>
                </a:lnTo>
                <a:cubicBezTo>
                  <a:pt x="337631" y="428625"/>
                  <a:pt x="292804" y="437555"/>
                  <a:pt x="251014" y="454968"/>
                </a:cubicBezTo>
                <a:lnTo>
                  <a:pt x="239584" y="459700"/>
                </a:lnTo>
                <a:cubicBezTo>
                  <a:pt x="232529" y="462647"/>
                  <a:pt x="224671" y="462647"/>
                  <a:pt x="217616" y="459700"/>
                </a:cubicBezTo>
                <a:lnTo>
                  <a:pt x="206186" y="454968"/>
                </a:lnTo>
                <a:cubicBezTo>
                  <a:pt x="164396" y="437555"/>
                  <a:pt x="119569" y="428625"/>
                  <a:pt x="74295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71438"/>
                </a:lnTo>
                <a:cubicBezTo>
                  <a:pt x="0" y="47774"/>
                  <a:pt x="19199" y="28575"/>
                  <a:pt x="42863" y="28575"/>
                </a:cubicBezTo>
                <a:lnTo>
                  <a:pt x="74295" y="28575"/>
                </a:lnTo>
                <a:cubicBezTo>
                  <a:pt x="119569" y="28575"/>
                  <a:pt x="164396" y="37505"/>
                  <a:pt x="206186" y="54918"/>
                </a:cubicBezTo>
                <a:close/>
              </a:path>
            </a:pathLst>
          </a:custGeom>
          <a:solidFill>
            <a:srgbClr val="9B1B1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19000" y="5461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Impaginazione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032000" y="4318000"/>
            <a:ext cx="12192000" cy="0"/>
          </a:xfrm>
          <a:prstGeom prst="straightConnector1">
            <a:avLst/>
          </a:prstGeom>
          <a:noFill/>
          <a:ln w="12700">
            <a:solidFill>
              <a:srgbClr val="2A2A2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2A2A2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5500" y="2032000"/>
            <a:ext cx="1905000" cy="1905000"/>
          </a:xfrm>
          <a:prstGeom prst="donut">
            <a:avLst>
              <a:gd name="adj" fmla="val 88000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70800" y="2527300"/>
            <a:ext cx="914400" cy="914400"/>
          </a:xfrm>
          <a:prstGeom prst="ellipse">
            <a:avLst/>
          </a:prstGeom>
          <a:solidFill>
            <a:srgbClr val="9B1B1B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2857500"/>
            <a:ext cx="254000" cy="2540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/>
          <p:nvPr/>
        </p:nvSpPr>
        <p:spPr>
          <a:xfrm>
            <a:off x="2413000" y="4572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70000"/>
              </a:lnSpc>
            </a:pPr>
            <a:r>
              <a:rPr lang="en-US" sz="2000" i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"Ogni progetto rappresenta una tappa del mio percorso formativo e creativo.</a:t>
            </a:r>
            <a:endParaRPr lang="en-US" sz="2000" dirty="0"/>
          </a:p>
          <a:p>
            <a:pPr algn="ctr">
              <a:lnSpc>
                <a:spcPct val="170000"/>
              </a:lnSpc>
            </a:pPr>
            <a:r>
              <a:rPr lang="en-US" sz="2000" i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Attraverso la grafica ho imparato a comunicare idee, emozioni e identita visive."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75500" y="6477000"/>
            <a:ext cx="1905000" cy="0"/>
          </a:xfrm>
          <a:prstGeom prst="straightConnector1">
            <a:avLst/>
          </a:prstGeom>
          <a:noFill/>
          <a:ln w="25400">
            <a:solidFill>
              <a:srgbClr val="9B1B1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4318000" y="6858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spc="6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GRAZIE PER L'ATTENZIONE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53000" y="7620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8A8A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Samuele Domenichini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8128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spc="400" kern="0" dirty="0">
                <a:solidFill>
                  <a:srgbClr val="8A8A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Samuele Domenichini - Portfolio Creativo 2026</dc:title>
  <dc:subject>Samuele Domenichini - Portfolio Creativo 2026</dc:subject>
  <dc:creator>Kimi</dc:creator>
  <cp:lastModifiedBy>Kimi</cp:lastModifiedBy>
  <cp:revision>1</cp:revision>
  <dcterms:created xsi:type="dcterms:W3CDTF">2026-06-16T16:32:26Z</dcterms:created>
  <dcterms:modified xsi:type="dcterms:W3CDTF">2026-06-16T16:32:26Z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{"Label":"Samuele Domenichini - Portfolio Creativo 2026","ContentProducer":"001191110108MACG2KBH8F10000","ProduceID":"19ed141f-2862-8c12-8000-00007c31b788","ReservedCode1":"","ContentPropagator":"001191110108MACG2KBH8F20000","PropagateID":"19ed13e0-b242-8ff8-8000-09805f90b281","ReservedCode2":""}</vt:lpwstr>
  </property>
</Properties>
</file>